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pic>
        <p:nvPicPr>
          <p:cNvPr id="5" name="Image 0" descr="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ExaThon India 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SupplyLens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Shock-to-Decision Intelligence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Indian SMBs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4937760"/>
            <a:ext cx="5852160" cy="0"/>
          </a:xfrm>
          <a:prstGeom prst="line">
            <a:avLst/>
          </a:prstGeom>
          <a:noFill/>
          <a:ln w="9525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Exasol Personal   ·   Open Source (MIT)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material is most of a manufacturer’s cost. A price shock leaves SMBs guessing.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in India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0" cy="137160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GDP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32120" y="2377440"/>
            <a:ext cx="0" cy="137160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manufacturing cost is raw material</a:t>
            </a:r>
            <a:endParaRPr lang="en-US" sz="1400" dirty="0"/>
          </a:p>
        </p:txBody>
      </p:sp>
      <p:pic>
        <p:nvPicPr>
          <p:cNvPr id="14" name="Image 0" descr="barr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0"/>
            <a:ext cx="3319272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4160520"/>
            <a:ext cx="10908792" cy="0"/>
          </a:xfrm>
          <a:prstGeom prst="line">
            <a:avLst/>
          </a:prstGeom>
          <a:noFill/>
          <a:ln w="9525">
            <a:solidFill>
              <a:srgbClr val="0B244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Brent Crude jumps 20%, a plastics manufacturer has no idea…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48646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materials are exposed?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48646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48646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switch suppliers, and can those suppliers actually deliver?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reactive decisions, missed savings, concentrated supplier risk.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user-defined commodity shock to an auditable procurement decision.</a:t>
            </a:r>
            <a:endParaRPr lang="en-US" sz="3400" dirty="0"/>
          </a:p>
        </p:txBody>
      </p:sp>
      <p:pic>
        <p:nvPicPr>
          <p:cNvPr id="6" name="Image 0" descr="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828800"/>
            <a:ext cx="2926080" cy="1828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 models a hypothetical shock against purchase history, tests supplier alternatives against hard constraints, and recommends an action with traceable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749040"/>
            <a:ext cx="3383280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shock to your real purchase history.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9120" y="3749040"/>
            <a:ext cx="3383280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91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suppliers against hard feasibility constraints.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38160" y="3749040"/>
            <a:ext cx="3383280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816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action, with evidence a human can review.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steps from market signal to a human decision.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0" y="5623560"/>
            <a:ext cx="1828800" cy="457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EXASOL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0908792" cy="0"/>
          </a:xfrm>
          <a:prstGeom prst="line">
            <a:avLst/>
          </a:prstGeom>
          <a:noFill/>
          <a:ln w="19050">
            <a:solidFill>
              <a:srgbClr val="0B24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03320"/>
            <a:ext cx="274320" cy="2743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519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history + user-defined shock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3703320"/>
            <a:ext cx="274320" cy="2743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mapping (exposure weights)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703320"/>
            <a:ext cx="274320" cy="2743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2519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evidence (Exasol, 6 months)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0680" y="3703320"/>
            <a:ext cx="274320" cy="2743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calculation (Exasol SQL)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3703320"/>
            <a:ext cx="274320" cy="2743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2519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comparison (feasibility constraints)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41080" y="3703320"/>
            <a:ext cx="274320" cy="2743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10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evidence trace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41280" y="3703320"/>
            <a:ext cx="274320" cy="27432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412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42519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decision: approved / rejected / deferred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AT THE CORE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97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run inside the database.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Exasol?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SQL: HHI, exposure and multi-table joins run in the database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SQL: safe, auditable, no arbitrary execution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workflow; optional external LLM explanation is not wired into the current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pyexasol: official Python driver, WebSocket-based, no ODBC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Exasol does in SupplyLens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20640" y="1508760"/>
            <a:ext cx="649224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691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6 months of purchase data by material and supplier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2468880"/>
            <a:ext cx="649224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651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Herfindahl–Hirschman Index for concentration risk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3429000"/>
            <a:ext cx="649224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6118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scenario impact query (JOIN across 4 tables)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0640" y="4389120"/>
            <a:ext cx="649224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4572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supplier feasibility with parameterised constraints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40" y="5349240"/>
            <a:ext cx="649224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5577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5532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scenario results for reproducibility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20640" y="6309360"/>
            <a:ext cx="649224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spreadsheet and an ERP module don’t give you.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743200"/>
                <a:gridCol w="2194560"/>
                <a:gridCol w="2404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2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SupplyLens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2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2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2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 exposure mapping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manual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1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feasibility 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constraints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manual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1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chain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stays local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Exasol Personal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cloud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 data required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demo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requires ERP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shock, one exposed material, one supplier ruled out.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₹2.92 Cr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spend, 6 months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103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HHI 8,180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M001 Steel Coil: HIGH concentration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103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₹5.4 Lakhs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SC001 (Brent +15%) incremental cost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908792" cy="0"/>
          </a:xfrm>
          <a:prstGeom prst="line">
            <a:avLst/>
          </a:prstGeom>
          <a:noFill/>
          <a:ln w="9525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M001 dominant supplier share (others: 10.1%)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6576365" cy="4572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16" name="Image 0" descr="co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794760"/>
            <a:ext cx="3136392" cy="20116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772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 Plastics (M002)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108960" y="4919472"/>
            <a:ext cx="1463040" cy="310896"/>
          </a:xfrm>
          <a:prstGeom prst="rect">
            <a:avLst/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 (synthetic quote)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(seed = 42). Values are Python-generated reference outputs; live Exasol comparison remains pending.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auditable, tested and typed.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83280" cy="0"/>
          </a:xfrm>
          <a:prstGeom prst="line">
            <a:avLst/>
          </a:prstGeom>
          <a:noFill/>
          <a:ln w="9525">
            <a:solidFill>
              <a:srgbClr val="0B24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views: HHI, exposure, supplier share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383280" cy="0"/>
          </a:xfrm>
          <a:prstGeom prst="line">
            <a:avLst/>
          </a:prstGeom>
          <a:noFill/>
          <a:ln w="9525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 queries: scenario impact, supplier comparison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3383280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23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passed; 3 live-Exasol tests skipped at latest audit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3886200"/>
            <a:ext cx="3383280" cy="0"/>
          </a:xfrm>
          <a:prstGeom prst="line">
            <a:avLst/>
          </a:prstGeom>
          <a:noFill/>
          <a:ln w="9525">
            <a:solidFill>
              <a:srgbClr val="0B24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4023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52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983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Pydantic v2 validation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886200"/>
            <a:ext cx="3383280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4023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</a:t>
            </a:r>
            <a:endParaRPr lang="en-US" sz="5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983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frontend, strict build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evidence chain from market signal to decision record.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screens cover the full workflow.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concentration, exposure at a glance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Workspace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demo or upload your own CSV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898648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054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Risk Explorer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commodity price history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898648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054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shocks, compare baseline vs shocked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68496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51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123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Comparison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surfaced explicitly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968496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41513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123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every number’s provenance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038344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221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193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Review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586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with signature and notes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5038344"/>
            <a:ext cx="53035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5221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5193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5586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 summary or compact CSV exposure table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SupplyLens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400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MVP today. A clear path to production.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(MVP)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 workflow implemented; live Exasol acceptance is pending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licence, documented 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and frontend production build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0" cy="2560320"/>
          </a:xfrm>
          <a:prstGeom prst="line">
            <a:avLst/>
          </a:prstGeom>
          <a:noFill/>
          <a:ln w="9525">
            <a:solidFill>
              <a:srgbClr val="3A4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GST authorised-file ingestion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packaging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GSTN-linked material normalisation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 connectors (MCX, BMD)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10908792" cy="0"/>
          </a:xfrm>
          <a:prstGeom prst="line">
            <a:avLst/>
          </a:prstGeom>
          <a:noFill/>
          <a:ln w="9525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github.com/[team]/supplylens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54406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C9C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Indian SMBs. Powered by Exasol. Open to all.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SupplyLens Pitch Deck</dc:title>
  <dc:subject>PptxGenJS Presentation</dc:subject>
  <dc:creator>PptxGenJS</dc:creator>
  <cp:lastModifiedBy>PptxGenJS</cp:lastModifiedBy>
  <cp:revision>1</cp:revision>
  <dcterms:created xsi:type="dcterms:W3CDTF">2026-10-30T13:25:57Z</dcterms:created>
  <dcterms:modified xsi:type="dcterms:W3CDTF">2026-10-30T13:25:57Z</dcterms:modified>
</cp:coreProperties>
</file>